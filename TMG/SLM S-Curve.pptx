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5365-F1DD-43E2-AB8B-EDB51CF5C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5DCF1-CA74-40C6-BB66-80DC8AAA8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04F4C-AEAE-4E5F-96BC-5158602F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44C6-8341-4A25-AE6E-0DB1E261987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2EACD-5A52-4B7A-9FEB-9E0758A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A2F02-F348-4567-BAF2-52F95C06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1FFB-FFE1-4BC0-A6CB-B965148E0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42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3CE3-8D1D-4C12-BA6C-EE29C56DE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7011-5339-46A6-8ECD-FD3F08D8B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45ED0-C068-4A74-B053-F8500426E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44C6-8341-4A25-AE6E-0DB1E261987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E007C-BF84-4ACD-B37D-0A65BFB6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1587A-4EC2-441B-9908-E0366F12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1FFB-FFE1-4BC0-A6CB-B965148E0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8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B5BD-E751-4464-86A1-FA071AB94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17EE4-AF76-4F23-96B8-F6F18D891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F0C17-8F57-4904-8DE1-DE153D3A5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44C6-8341-4A25-AE6E-0DB1E261987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50FCA-7B4C-4112-8D2E-82F01962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E7BF4-1D4F-42AC-B64E-9BB55F080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1FFB-FFE1-4BC0-A6CB-B965148E0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56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F99EE-F6C8-4BD9-83EF-581D29BF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864B9-845E-4E9B-8EC2-A89ED01F2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3E626-28FB-4020-9F4C-C56378B73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4AF15-A8A7-48F4-BF81-377BFB04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44C6-8341-4A25-AE6E-0DB1E261987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7F589-5729-47BD-B2D4-8FA7B89C9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A3100-03D4-41B2-8101-81BA8F4C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1FFB-FFE1-4BC0-A6CB-B965148E0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1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C337-D3C7-413D-A24C-5816C8AB3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C1B7C-4987-40C4-A4D0-CCA7487B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BA076-042B-4C65-9EB9-5DE687C51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A4FAB-8058-4950-8BEE-28497713E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BFF561-2343-416E-BF88-5160531ED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A272C-3307-446B-A467-3EDA4ABFB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44C6-8341-4A25-AE6E-0DB1E261987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1A4CB3-E95C-479A-9B3C-AE1B35A87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3795-866A-4AC3-8068-635BF0D0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1FFB-FFE1-4BC0-A6CB-B965148E0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15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67FCC-FF0B-4CD8-9CBF-707484D5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81CB4-A7FC-47B8-8D8D-A2CEA337B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44C6-8341-4A25-AE6E-0DB1E261987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AC7D9A-21CF-4DEA-A698-F62E810FF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52AEC-5562-4612-BFFA-C6C4FD70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1FFB-FFE1-4BC0-A6CB-B965148E0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8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11961C-5720-4B0B-93B5-257B36D3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44C6-8341-4A25-AE6E-0DB1E261987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ED1CF1-3B1E-4ED5-91A1-BC0EAE022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E265D-F325-4D75-94CB-6980D622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1FFB-FFE1-4BC0-A6CB-B965148E0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91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8ED9-D619-4DED-87A5-A058FF4FA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14744-F81C-4708-99CB-81635E475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FCE9C-8EAD-4886-85D8-4689E08A8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5F7B3-AF50-4EA8-BF60-2A05BC38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44C6-8341-4A25-AE6E-0DB1E261987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5F74F-6000-45C5-9D92-FF261E74E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30B00-50B8-49E4-BBD9-3D9F4BCE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1FFB-FFE1-4BC0-A6CB-B965148E0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8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21E3-24B2-47C7-A6AB-83681783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755951-CBEF-4B66-98B9-CFD88C60B9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49A9F-100E-49DE-94A5-98B4B738F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0AC7B-802A-4AFE-9C87-37A2E1061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44C6-8341-4A25-AE6E-0DB1E261987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4AF61-4B70-4F29-A17B-EFBD6371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714FC-C3CE-4262-B99C-8D544CDB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1FFB-FFE1-4BC0-A6CB-B965148E0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3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08694-19D4-438C-8B5A-0208BE56A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C036A-8E42-493E-8C28-302C36B42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3B318-7381-409A-9483-F83A3086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44C6-8341-4A25-AE6E-0DB1E261987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B344E-363A-4F78-A158-946C43A59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ED9FE-8528-43AA-90F2-6766D72E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1FFB-FFE1-4BC0-A6CB-B965148E0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452991-E935-4DEB-A30D-37637E404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A9758-E339-4FC3-8E62-BC01FA9EA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FB4B5-790D-46F7-B724-7404A7D2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44C6-8341-4A25-AE6E-0DB1E261987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EDFA9-BE45-4B00-B6A7-C6C298D5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4333C-F2C6-4060-A9CA-8A4FD2D5C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1FFB-FFE1-4BC0-A6CB-B965148E0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3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99483-F2FA-4CDD-B43F-501920115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8F109-7DF1-4C1B-9D38-958494E14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F944-87C7-4EBA-8B02-BD9272707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944C6-8341-4A25-AE6E-0DB1E261987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00358-4C31-470A-BE28-1292D914B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F95BC-3231-4E98-982E-DCC07DE4F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A1FFB-FFE1-4BC0-A6CB-B965148E0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7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01771E-3508-4B17-BF31-6001C94B4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C3A394-808D-4824-9F51-CD12EFC847BE}"/>
              </a:ext>
            </a:extLst>
          </p:cNvPr>
          <p:cNvSpPr txBox="1"/>
          <p:nvPr/>
        </p:nvSpPr>
        <p:spPr>
          <a:xfrm>
            <a:off x="8934451" y="3000375"/>
            <a:ext cx="1123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2">
                    <a:lumMod val="50000"/>
                  </a:schemeClr>
                </a:solidFill>
              </a:rPr>
              <a:t>Possible Decline </a:t>
            </a:r>
            <a:r>
              <a:rPr lang="en-US" sz="1050" dirty="0">
                <a:solidFill>
                  <a:schemeClr val="bg2">
                    <a:lumMod val="50000"/>
                  </a:schemeClr>
                </a:solidFill>
              </a:rPr>
              <a:t>or Transition</a:t>
            </a:r>
          </a:p>
        </p:txBody>
      </p:sp>
    </p:spTree>
    <p:extLst>
      <p:ext uri="{BB962C8B-B14F-4D97-AF65-F5344CB8AC3E}">
        <p14:creationId xmlns:p14="http://schemas.microsoft.com/office/powerpoint/2010/main" val="2935914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h.p</dc:creator>
  <cp:lastModifiedBy>h.p</cp:lastModifiedBy>
  <cp:revision>1</cp:revision>
  <dcterms:created xsi:type="dcterms:W3CDTF">2025-10-12T10:11:11Z</dcterms:created>
  <dcterms:modified xsi:type="dcterms:W3CDTF">2025-10-12T10:11:35Z</dcterms:modified>
</cp:coreProperties>
</file>